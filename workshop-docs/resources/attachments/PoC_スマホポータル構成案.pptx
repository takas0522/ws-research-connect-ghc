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C47D-A583-FE2A-9ED0-357DF92A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B489-B671-B287-7EDB-EED997A6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1500000" y="1800000"/>
            <a:ext cx="9200000" cy="1200000"/>
          </a:xfrm>
          <a:prstGeom prst="rect">
            <a:avLst/>
          </a:prstGeom>
        </p:spPr>
        <p:txBody>
          <a:bodyPr/>
          <a:lstStyle/>
          <a:p>
            <a:r>
              <a:rPr lang="ja-JP" sz="3200" b="1">
                <a:solidFill>
                  <a:srgbClr val="1F3864"/>
                </a:solidFill>
                <a:latin typeface="Noto Sans CJK JP"/>
                <a:ea typeface="Noto Sans CJK JP"/>
              </a:rPr>
              <a:t>SaaSポータル スマホアプリ PoC構成案</a:t>
            </a:r>
          </a:p>
        </p:txBody>
      </p:sp>
      <p:sp>
        <p:nvSpPr>
          <p:cNvPr id="3" name="Subtitle"/>
          <p:cNvSpPr/>
          <p:nvPr/>
        </p:nvSpPr>
        <p:spPr>
          <a:xfrm>
            <a:off x="1500000" y="3200000"/>
            <a:ext cx="9200000" cy="600000"/>
          </a:xfrm>
          <a:prstGeom prst="rect">
            <a:avLst/>
          </a:prstGeom>
        </p:spPr>
        <p:txBody>
          <a:bodyPr/>
          <a:lstStyle/>
          <a:p>
            <a:r>
              <a:rPr lang="ja-JP" sz="2000" b="0">
                <a:solidFill>
                  <a:srgbClr val="555555"/>
                </a:solidFill>
                <a:latin typeface="Noto Sans CJK JP"/>
                <a:ea typeface="Noto Sans CJK JP"/>
              </a:rPr>
              <a:t>画面遷移図 ・ API設計概要</a:t>
            </a:r>
          </a:p>
        </p:txBody>
      </p:sp>
      <p:sp>
        <p:nvSpPr>
          <p:cNvPr id="4" name="Date"/>
          <p:cNvSpPr/>
          <p:nvPr/>
        </p:nvSpPr>
        <p:spPr>
          <a:xfrm>
            <a:off x="1500000" y="4200000"/>
            <a:ext cx="9200000" cy="500000"/>
          </a:xfrm>
          <a:prstGeom prst="rect">
            <a:avLst/>
          </a:prstGeom>
        </p:spPr>
        <p:txBody>
          <a:bodyPr/>
          <a:lstStyle/>
          <a:p>
            <a:r>
              <a:rPr lang="ja-JP" sz="1600" b="0">
                <a:solidFill>
                  <a:srgbClr val="888888"/>
                </a:solidFill>
                <a:latin typeface="Noto Sans CJK JP"/>
                <a:ea typeface="Noto Sans CJK JP"/>
              </a:rPr>
              <a:t>2026年3月 — 開発チーム</a:t>
            </a:r>
          </a:p>
        </p:txBody>
      </p:sp>
      <p:pic>
        <p:nvPicPr>
          <p:cNvPr id="6" name="TechSt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5200000"/>
            <a:ext cx="100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/>
          <a:lstStyle/>
          <a:p>
            <a:r>
              <a:rPr lang="ja-JP" sz="2800" b="1">
                <a:solidFill>
                  <a:srgbClr val="1F3864"/>
                </a:solidFill>
                <a:latin typeface="Noto Sans CJK JP"/>
                <a:ea typeface="Noto Sans CJK JP"/>
              </a:rPr>
              <a:t>画面遷移図（PoC スコープ）</a:t>
            </a:r>
          </a:p>
        </p:txBody>
      </p:sp>
      <p:pic>
        <p:nvPicPr>
          <p:cNvPr id="4" name="Screen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000000"/>
            <a:ext cx="108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00000" y="200000"/>
            <a:ext cx="11000000" cy="700000"/>
          </a:xfrm>
          <a:prstGeom prst="rect">
            <a:avLst/>
          </a:prstGeom>
        </p:spPr>
        <p:txBody>
          <a:bodyPr/>
          <a:lstStyle/>
          <a:p>
            <a:r>
              <a:rPr lang="ja-JP" sz="2800" b="1">
                <a:solidFill>
                  <a:srgbClr val="1F3864"/>
                </a:solidFill>
                <a:latin typeface="Noto Sans CJK JP"/>
                <a:ea typeface="Noto Sans CJK JP"/>
              </a:rPr>
              <a:t>API設計概要（FastAPI + MongoDB）</a:t>
            </a:r>
          </a:p>
        </p:txBody>
      </p:sp>
      <p:pic>
        <p:nvPicPr>
          <p:cNvPr id="4" name="ApiDe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000000"/>
            <a:ext cx="11000000" cy="5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Yu Gothic Light"/>
        <a:cs typeface=""/>
      </a:majorFont>
      <a:minorFont>
        <a:latin typeface="Calibri"/>
        <a:ea typeface="Yu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22527341E4BA64F84EBD6C82C5D" ma:contentTypeVersion="3" ma:contentTypeDescription="Create a new document." ma:contentTypeScope="" ma:versionID="e339f384a5ddd0e69b1e2adfa2c31a36">
  <xsd:schema xmlns:xsd="http://www.w3.org/2001/XMLSchema" xmlns:xs="http://www.w3.org/2001/XMLSchema" xmlns:p="http://schemas.microsoft.com/office/2006/metadata/properties" xmlns:ns2="c9c9abb1-5ebb-4dd9-8ccb-eeba89127323" targetNamespace="http://schemas.microsoft.com/office/2006/metadata/properties" ma:root="true" ma:fieldsID="053d4950be3ad14a3484bd6cc8495a4f" ns2:_="">
    <xsd:import namespace="c9c9abb1-5ebb-4dd9-8ccb-eeba891273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9abb1-5ebb-4dd9-8ccb-eeba891273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93DD46-F980-455C-840E-3E15D4B697E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E6FFAEF-9A1D-4250-B93B-C730E6FAE9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c9abb1-5ebb-4dd9-8ccb-eeba891273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BF78D5-89AC-4657-A4E2-7DDCAA0A4E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2026-03-26T13:03:28Z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0x0101007BA3C22527341E4BA64F84EBD6C82C5D</vt:lpwstr>
  </property>
</Properties>
</file>