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44E3-C439-16A9-E600-5A2AF0F8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89B0-55A9-A180-EBEF-BF4792A4A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000" y="1200000"/>
            <a:ext cx="6000000" cy="333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B"/>
          <p:cNvSpPr/>
          <p:nvPr/>
        </p:nvSpPr>
        <p:spPr>
          <a:xfrm>
            <a:off x="400000" y="200000"/>
            <a:ext cx="80000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2800" b="1">
                <a:latin typeface="Noto Sans CJK JP"/>
                <a:ea typeface="Noto Sans CJK JP"/>
              </a:rPr>
              <a:t>画面構成案</a:t>
            </a:r>
          </a:p>
        </p:txBody>
      </p:sp>
      <p:pic>
        <p:nvPicPr>
          <p:cNvPr id="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00000"/>
            <a:ext cx="110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B"/>
          <p:cNvSpPr/>
          <p:nvPr/>
        </p:nvSpPr>
        <p:spPr>
          <a:xfrm>
            <a:off x="400000" y="200000"/>
            <a:ext cx="80000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2800" b="1">
                <a:latin typeface="Noto Sans CJK JP"/>
                <a:ea typeface="Noto Sans CJK JP"/>
              </a:rPr>
              <a:t>機能要件一覧</a:t>
            </a:r>
          </a:p>
        </p:txBody>
      </p:sp>
      <p:pic>
        <p:nvPicPr>
          <p:cNvPr id="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00000"/>
            <a:ext cx="110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B"/>
          <p:cNvSpPr/>
          <p:nvPr/>
        </p:nvSpPr>
        <p:spPr>
          <a:xfrm>
            <a:off x="400000" y="200000"/>
            <a:ext cx="10000000" cy="5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2800" b="1">
                <a:latin typeface="Noto Sans CJK JP"/>
                <a:ea typeface="Noto Sans CJK JP"/>
              </a:rPr>
              <a:t>従量課金データ更新フロー</a:t>
            </a:r>
          </a:p>
        </p:txBody>
      </p:sp>
      <p:pic>
        <p:nvPicPr>
          <p:cNvPr id="2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00000"/>
            <a:ext cx="11000000" cy="5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Yu Gothic Light"/>
        <a:cs typeface=""/>
      </a:majorFont>
      <a:minorFont>
        <a:latin typeface="Calibri"/>
        <a:ea typeface="Yu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22527341E4BA64F84EBD6C82C5D" ma:contentTypeVersion="3" ma:contentTypeDescription="Create a new document." ma:contentTypeScope="" ma:versionID="e339f384a5ddd0e69b1e2adfa2c31a36">
  <xsd:schema xmlns:xsd="http://www.w3.org/2001/XMLSchema" xmlns:xs="http://www.w3.org/2001/XMLSchema" xmlns:p="http://schemas.microsoft.com/office/2006/metadata/properties" xmlns:ns2="c9c9abb1-5ebb-4dd9-8ccb-eeba89127323" targetNamespace="http://schemas.microsoft.com/office/2006/metadata/properties" ma:root="true" ma:fieldsID="053d4950be3ad14a3484bd6cc8495a4f" ns2:_="">
    <xsd:import namespace="c9c9abb1-5ebb-4dd9-8ccb-eeba891273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9abb1-5ebb-4dd9-8ccb-eeba891273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AFF1D-62FB-46A9-9468-F44FD5F9A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AB4DC3-4368-45FF-BC3C-A71626E3109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3EA1851-2988-4D48-90F3-31249FCCB1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c9abb1-5ebb-4dd9-8ccb-eeba891273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2026-03-25T14:09:19Z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0x0101007BA3C22527341E4BA64F84EBD6C82C5D</vt:lpwstr>
  </property>
</Properties>
</file>