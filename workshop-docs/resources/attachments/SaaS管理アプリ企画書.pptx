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94FC-E732-B395-3639-1EDC4F94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47E97-360B-7F3A-0124-1537D3DF2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500000" y="1200000"/>
            <a:ext cx="9000000" cy="10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3600" b="1">
                <a:solidFill>
                  <a:srgbClr val="4472C4"/>
                </a:solidFill>
                <a:latin typeface="Noto Sans CJK JP"/>
                <a:ea typeface="Noto Sans CJK JP"/>
              </a:rPr>
              <a:t>SaaS管理アプリ企画書</a:t>
            </a:r>
          </a:p>
        </p:txBody>
      </p:sp>
      <p:sp>
        <p:nvSpPr>
          <p:cNvPr id="3" name="Subtitle"/>
          <p:cNvSpPr/>
          <p:nvPr/>
        </p:nvSpPr>
        <p:spPr>
          <a:xfrm>
            <a:off x="1500000" y="2400000"/>
            <a:ext cx="9000000" cy="6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000" b="0">
                <a:solidFill>
                  <a:srgbClr val="555555"/>
                </a:solidFill>
                <a:latin typeface="Noto Sans CJK JP"/>
                <a:ea typeface="Noto Sans CJK JP"/>
              </a:rPr>
              <a:t>営業部門のExcel管理からの脱却と業務効率化</a:t>
            </a:r>
          </a:p>
        </p:txBody>
      </p:sp>
      <p:sp>
        <p:nvSpPr>
          <p:cNvPr id="4" name="Date"/>
          <p:cNvSpPr/>
          <p:nvPr/>
        </p:nvSpPr>
        <p:spPr>
          <a:xfrm>
            <a:off x="1500000" y="5800000"/>
            <a:ext cx="9000000" cy="4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1400" b="0">
                <a:solidFill>
                  <a:srgbClr val="888888"/>
                </a:solidFill>
                <a:latin typeface="Noto Sans CJK JP"/>
                <a:ea typeface="Noto Sans CJK JP"/>
              </a:rPr>
              <a:t>2026年3月  作成：大川貴志</a:t>
            </a:r>
          </a:p>
        </p:txBody>
      </p:sp>
      <p:pic>
        <p:nvPicPr>
          <p:cNvPr id="6" name="Titl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0" y="3300000"/>
            <a:ext cx="7000000" cy="2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背景・課題</a:t>
            </a:r>
          </a:p>
        </p:txBody>
      </p:sp>
      <p:pic>
        <p:nvPicPr>
          <p:cNvPr id="4" name="Issu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システム構成図</a:t>
            </a:r>
          </a:p>
        </p:txBody>
      </p:sp>
      <p:pic>
        <p:nvPicPr>
          <p:cNvPr id="4" name="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機能一覧</a:t>
            </a:r>
          </a:p>
        </p:txBody>
      </p:sp>
      <p:pic>
        <p:nvPicPr>
          <p:cNvPr id="4" name="Featu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技術スタック</a:t>
            </a:r>
          </a:p>
        </p:txBody>
      </p:sp>
      <p:pic>
        <p:nvPicPr>
          <p:cNvPr id="4" name="TechSt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認証・権限設計</a:t>
            </a:r>
          </a:p>
        </p:txBody>
      </p:sp>
      <p:pic>
        <p:nvPicPr>
          <p:cNvPr id="4" name="Au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ja-JP" sz="2800" b="1">
                <a:solidFill>
                  <a:srgbClr val="333333"/>
                </a:solidFill>
                <a:latin typeface="Noto Sans CJK JP"/>
                <a:ea typeface="Noto Sans CJK JP"/>
              </a:rPr>
              <a:t>開発スケジュール案</a:t>
            </a:r>
          </a:p>
        </p:txBody>
      </p:sp>
      <p:pic>
        <p:nvPicPr>
          <p:cNvPr id="4" name="Schedu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200000"/>
            <a:ext cx="10500000" cy="4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Yu Gothic Light"/>
        <a:cs typeface=""/>
      </a:majorFont>
      <a:minorFont>
        <a:latin typeface="Calibri"/>
        <a:ea typeface="Yu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22527341E4BA64F84EBD6C82C5D" ma:contentTypeVersion="3" ma:contentTypeDescription="Create a new document." ma:contentTypeScope="" ma:versionID="e339f384a5ddd0e69b1e2adfa2c31a36">
  <xsd:schema xmlns:xsd="http://www.w3.org/2001/XMLSchema" xmlns:xs="http://www.w3.org/2001/XMLSchema" xmlns:p="http://schemas.microsoft.com/office/2006/metadata/properties" xmlns:ns2="c9c9abb1-5ebb-4dd9-8ccb-eeba89127323" targetNamespace="http://schemas.microsoft.com/office/2006/metadata/properties" ma:root="true" ma:fieldsID="053d4950be3ad14a3484bd6cc8495a4f" ns2:_="">
    <xsd:import namespace="c9c9abb1-5ebb-4dd9-8ccb-eeba891273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9abb1-5ebb-4dd9-8ccb-eeba891273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92BC8D-B545-462E-8550-FB634CE93C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1C440-EA9B-4629-ABF3-8346AA9E009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2E50824-9F7B-42C7-9747-C14F68E79B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c9abb1-5ebb-4dd9-8ccb-eeba891273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2026-03-25T07:30:11Z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0x0101007BA3C22527341E4BA64F84EBD6C82C5D</vt:lpwstr>
  </property>
</Properties>
</file>